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1205" y="3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1097280"/>
            <a:ext cx="2286000" cy="2286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1828800"/>
            <a:ext cx="1645920" cy="1645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79" y="1356866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0F0F5"/>
                </a:solidFill>
                <a:latin typeface="Segoe UI"/>
              </a:defRPr>
            </a:pPr>
            <a:r>
              <a:rPr lang="en-US" dirty="0"/>
              <a:t>T</a:t>
            </a:r>
            <a:r>
              <a:rPr dirty="0"/>
              <a:t>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Real-time Messaging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Complete Project Documentation — Phase 1: Messaging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22860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709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🛠️  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20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Segoe UI"/>
              </a:defRPr>
            </a:pPr>
            <a:r>
              <a:t>React.js + Node.js / Express.js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572000"/>
            <a:ext cx="22860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4709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📦  Databases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120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Segoe UI"/>
              </a:defRPr>
            </a:pPr>
            <a:r>
              <a:t>PostgreSQL + MongoDB + Redis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572000"/>
            <a:ext cx="22860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4709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⚡  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120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Segoe UI"/>
              </a:defRPr>
            </a:pPr>
            <a:r>
              <a:t>Socket.io WebSocket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59" y="4572000"/>
            <a:ext cx="22860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39" y="4709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🚀 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39" y="5120640"/>
            <a:ext cx="1920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0F0F5"/>
                </a:solidFill>
                <a:latin typeface="Segoe UI"/>
              </a:defRPr>
            </a:pPr>
            <a:r>
              <a:rPr lang="en-US" dirty="0"/>
              <a:t>Digital Ocean Droplet</a:t>
            </a:r>
            <a:endParaRPr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E48718C-A3F1-4DC2-956F-25B33AF92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05" y="1023231"/>
            <a:ext cx="1349298" cy="13492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📋 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1.  Project Overview &amp; 5-Phase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2.  System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3.  Tech Stack — Frontend &amp;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4.  Hybrid Database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5.  Database Schema Design (PostgreSQL + MongoDB + Redis)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6.  Authentication &amp; Security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7.  Real-time Messaging — Socket.io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8.  One-to-One Chat Feature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9.  Group Chat Feature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10. File &amp; Media Upload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11. Message Lifecycle (Edit, Delete, Pin, React)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12. Notification &amp; Presence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13. Frontend Architecture &amp; Component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14. API Endpoint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15. Deployment — Server Architecture (Live Droplet)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16. Deployment — Deploy Flow &amp; External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17. Project File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tong is a full-featured, real-time messaging platform built with React.js &amp; Node.js/Express.js. The project is planned in 5 phases, with Phase 1 delivering a complete messaging system that serves as the foundation for all future phases.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5-Phase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Complete Messaging</a:t>
            </a:r>
            <a:br/>
            <a:r>
              <a:t>(1-to-1, Group, Private)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97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🟢 CURRENT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43200" y="3566160"/>
            <a:ext cx="228600" cy="27432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71800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918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Audio Calling</a:t>
            </a:r>
            <a:br/>
            <a:r>
              <a:t>(WebRTC-based)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297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⏳ Planned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83480" y="3566160"/>
            <a:ext cx="22860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12080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4924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2918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Video Calling</a:t>
            </a:r>
            <a:br/>
            <a:r>
              <a:t>(WebRTC + Media Server)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297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⏳ Planned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223760" y="3566160"/>
            <a:ext cx="2286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52360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2918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Anonymous Chat</a:t>
            </a:r>
            <a:br/>
            <a:r>
              <a:t>(Omegle-style)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297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⏳ Planned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64040" y="3566160"/>
            <a:ext cx="228600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692640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29800" y="2880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Segoe UI"/>
              </a:defRPr>
            </a:pPr>
            <a:r>
              <a:t>Phase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2918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Mobile App</a:t>
            </a:r>
            <a:br/>
            <a:r>
              <a:t>(React Native)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4297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Segoe UI"/>
              </a:defRPr>
            </a:pPr>
            <a:r>
              <a:t>⏳ 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Phase 1 Goals: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✅ Real-time One-to-One &amp; Group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89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✅ JWT Auth + 2FA + OTP Email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309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✅ File/Media Sharing via Cloudinary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5669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✅ Message Edit, Delete, Reply, Forward, Pin, Reactions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5989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✅ Typing Indicators &amp; Read Receipts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6309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✅ Scalable Architecture for future phases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2. 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CLIENT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Segoe UI"/>
              </a:defRPr>
            </a:pPr>
            <a:r>
              <a:t>🖥️  React.js 18+ (Vite)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Zustand State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Socket.io-client (WebSocket)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TanStack Query (API Cache)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React Router v6 (SPA)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14800" y="2011680"/>
            <a:ext cx="45720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4114800" y="2468880"/>
            <a:ext cx="457200" cy="27432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76884" y="175854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Segoe UI"/>
              </a:defRPr>
            </a:pPr>
            <a:r>
              <a:t>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4294" y="2708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Segoe UI"/>
              </a:defRPr>
            </a:pPr>
            <a:r>
              <a:t>WebSocket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SERVER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55448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Segoe UI"/>
              </a:defRPr>
            </a:pPr>
            <a:r>
              <a:t>⚙️  Node.js + Express.js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REST API (5 route modules)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286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Socket.io Server (3 handlers)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514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JWT Authentication Middleware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743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Rate Limiting + Helmet Security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303520" y="3200400"/>
            <a:ext cx="274320" cy="36576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own Arrow 22"/>
          <p:cNvSpPr/>
          <p:nvPr/>
        </p:nvSpPr>
        <p:spPr>
          <a:xfrm>
            <a:off x="6217920" y="3200400"/>
            <a:ext cx="274320" cy="36576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7132320" y="3200400"/>
            <a:ext cx="274320" cy="365760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84048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🐘 PostgreSQL (Prisma ORM)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976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Users, Groups, Conversations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5171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Friend Requests, Contacts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7365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User Devices, Blocks,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9560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ACID compliance + Complex joins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84048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0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🍃 MongoDB (Mongoose ODM)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2976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Messages collection (all types)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5171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Reactions, Read Receipts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7365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Edit History, Delivery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9560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TTL Index for disappearing msgs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384048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0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⚡ Redis (ioredis)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2976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OTP storage (10 min TTL)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5171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Token blacklist (on logout)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7365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Session cache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9560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In-memory fallback available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EXTERNAL SERVICES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0" y="155448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86968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☁️  Cloudinary: File/Image/Video Storage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📧  Brevo API: Transactional Email (OTP)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🔐  JWT + bcrypt: Manual Auth (no 3rd party)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📱  QR Code (qrcode): Group Invite QR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577840"/>
            <a:ext cx="10698480" cy="1005840"/>
          </a:xfrm>
          <a:prstGeom prst="roundRect">
            <a:avLst>
              <a:gd name="adj" fmla="val 5000"/>
            </a:avLst>
          </a:prstGeom>
          <a:solidFill>
            <a:srgbClr val="232433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4400" y="56692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🔄 Data Flow Summary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React Client ──(REST API)──▶ Express.js ──▶ PostgreSQL (users/groups) &amp; MongoDB (messages) &amp; Redis (cache/OTP)  |  React Client ──(WebSocket)──▶ Socket.io Server ──▶ Real-time events (new_message, typing, presence, reactions)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3. Tech Stack — Frontend &amp;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Frontend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React.js 18+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UI Framework — Component-based, fast rendering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Build tool — lightning-fast HMR dev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Zustand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State management — lightweight, hook-based 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59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6118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Socket.io-client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4047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WebSocket — real-time bidirectional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TanStack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Server state — API caching &amp; sync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React Router v6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206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SPA routing — protected &amp; public routes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399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53211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Axios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6071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HTTP client — REST API calls with interceptors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6459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TailwindCSS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9202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Utility-first CSS framework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28600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Lucide React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5603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Icon library — clean SVG icons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92608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2971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Emoji Picker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004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Emoji selection for message reactions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566159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36118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React Dropzone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84047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Drag-and-drop file upload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20624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4251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React Virtuoso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4805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Virtual lists for message performance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8463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8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React Hot Toast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1206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Toast notifications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5486399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55080" y="553211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Headless UI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76071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Accessible UI primitives (modals, menus)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Segoe UI"/>
              </a:defRPr>
            </a:pPr>
            <a:r>
              <a:t>Backend Stack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16459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5508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Node.js 18+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19202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Runtime — Non-blocking I/O, ES Modules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228600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55080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Express.js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25603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HTTP Framework — REST API with routing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292608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55080" y="2971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Socket.io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2004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WebSocket server — real-time messaging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3566159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55080" y="36118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Prisma ORM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384047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PostgreSQL ORM — type-safe queries, migrations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420624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55080" y="4251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Mongoose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80" y="44805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MongoDB ODM — schema-based message models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4846320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5508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ioredis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51206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Redis client — OTP, token blacklisting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5486399"/>
            <a:ext cx="5029200" cy="5486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55080" y="553211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JWT + bcrypt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80" y="576071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Auth — stateless tokens, password hashing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4–5. Database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Hybrid Database Strategy: PostgreSQL for relational data, MongoDB for messages, Redis for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🐘 PostgreSQL (Prisma) — 8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id, username, email, password_hash,</a:t>
            </a:r>
            <a:br/>
            <a:r>
              <a:t>display_name, avatar_url, bio, status,</a:t>
            </a:r>
            <a:br/>
            <a:r>
              <a:t>is_verified, 2FA, theme,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id, name, unique_group_id, type,</a:t>
            </a:r>
            <a:br/>
            <a:r>
              <a:t>owner_id, max_members, invite_link,</a:t>
            </a:r>
            <a:br/>
            <a:r>
              <a:t>is_invite_only, message_retention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GroupMember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group_id, user_id, role (owner/</a:t>
            </a:r>
            <a:br/>
            <a:r>
              <a:t>admin/moderator/member),</a:t>
            </a:r>
            <a:br/>
            <a:r>
              <a:t>nickname, muted_until, last_read_at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Conversation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23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id, type (direct/private_encrypted),</a:t>
            </a:r>
            <a:br/>
            <a:r>
              <a:t>participant_1, participant_2,</a:t>
            </a:r>
            <a:br/>
            <a:r>
              <a:t>is_blocked, encryption_key_hash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1920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49040" y="1965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UserBlock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194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blocker_id, blocked_id</a:t>
            </a:r>
            <a:br/>
            <a:r>
              <a:t>(unique constraint pair)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063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0" y="3108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UserReport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3337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reporter_id, reported_id,</a:t>
            </a:r>
            <a:br/>
            <a:r>
              <a:t>reason, status (pending/reviewed)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4206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49040" y="4251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UserDevice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4480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user_id, device_name, device_type,</a:t>
            </a:r>
            <a:br/>
            <a:r>
              <a:t>ip_address, refresh_token, last_active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53492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49040" y="5394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FriendRequest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5623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sender_id, receiver_id,</a:t>
            </a:r>
            <a:br/>
            <a:r>
              <a:t>status (pending/accepted/rejected)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🍃 MongoDB — Messages Collection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192024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2057400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conversation_id → links to PG conversation.id or group.id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267712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conversation_type → 'direct' | 'group' | 'private'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478024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sender_id → links to PG user.id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688336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message_type → text | image | video | audio | file | sticker | location |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898648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content { text, media_url, media_type, media_size, thumbnail_url,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108960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        file_name, duration, location, is_encrypted 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319272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reply_to → ObjectId ref to another Message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529584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reactions [ { user_id, emoji, reacted_at }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739896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read_receipts [ { user_id, read_at }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950208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delivered_to [ user_ids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160520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is_pinned, is_edited, edit_history [ { content, edited_at } 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370832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deleted_for [ user_ids ], deleted_for_all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581144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expires_at → TTL index for disappearing messages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791456"/>
            <a:ext cx="4663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mentions [ user_ids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⚡ Redis — Key-Value Cache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0" y="5669280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8000" y="576072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otp:{type}:{email}  →  6-digit code  (TTL: 10 min)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96188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bl:{token}          →  '1'           (TTL: remaining token exp)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6163056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In-memory Map fallback when Redis is unavailable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6. Authentication &amp; Security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📝 Registration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80160" y="150876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User submits</a:t>
            </a:r>
            <a:br/>
            <a:r>
              <a:t>username, email, password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31720" y="210312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560320" y="164592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108960" y="150876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Password hashed</a:t>
            </a:r>
            <a:br/>
            <a:r>
              <a:t>(bcrypt, cost=12)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60520" y="2103120"/>
            <a:ext cx="228600" cy="18288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89120" y="164592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937760" y="150876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User record created</a:t>
            </a:r>
            <a:br/>
            <a:r>
              <a:t>in PostgreSQL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9320" y="2103120"/>
            <a:ext cx="228600" cy="18288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66560" y="150876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9202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OTP generated &amp;</a:t>
            </a:r>
            <a:br/>
            <a:r>
              <a:t>stored in Redis (10m)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18120" y="2103120"/>
            <a:ext cx="22860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46720" y="164592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95360" y="1508760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19202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OTP email sent</a:t>
            </a:r>
            <a:br/>
            <a:r>
              <a:t>via Brevo API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646920" y="2103120"/>
            <a:ext cx="228600" cy="18288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875520" y="164592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424160" y="150876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19202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JWT tokens returned</a:t>
            </a:r>
            <a:br/>
            <a:r>
              <a:t>(access + refresh)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🔑 Login Flow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56616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80160" y="342900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1600" y="3474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84048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User submits</a:t>
            </a:r>
            <a:br/>
            <a:r>
              <a:t>email + password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331720" y="402336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560320" y="356616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108960" y="342900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0" y="3474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384048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Validate credentials</a:t>
            </a:r>
            <a:br/>
            <a:r>
              <a:t>(bcrypt.compare)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160520" y="4023360"/>
            <a:ext cx="228600" cy="18288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389120" y="356616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937760" y="342900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0" y="3474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384048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Check 2FA status</a:t>
            </a:r>
            <a:br/>
            <a:r>
              <a:t>(if enabled → TOTP)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989320" y="4023360"/>
            <a:ext cx="22860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217920" y="356616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766560" y="342900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58000" y="3474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384048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Generate token pair</a:t>
            </a:r>
            <a:br/>
            <a:r>
              <a:t>Access(15m) + Refresh(7d)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7818120" y="4023360"/>
            <a:ext cx="228600" cy="18288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046720" y="356616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595360" y="3429000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86800" y="3474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384048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Store device info</a:t>
            </a:r>
            <a:br/>
            <a:r>
              <a:t>(IP, UA, refresh token)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9646920" y="4023360"/>
            <a:ext cx="228600" cy="18288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875520" y="3566160"/>
            <a:ext cx="1600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0424160" y="342900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515600" y="3474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384048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Initialize Socket.io</a:t>
            </a:r>
            <a:br/>
            <a:r>
              <a:t>connection on client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🔐 Token &amp; Security Details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539496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14400" y="548640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Access Token: JWT, 15 min expiry, sent in Authorization header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568756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Refresh Token: JWT, 7 day expiry, stored per-device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5888736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Token Rotation: New refresh token on each refresh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608990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Blacklisting: Logout invalidates tokens in Redis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6291072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Password: bcrypt hash with cost factor 12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0" y="5394960"/>
            <a:ext cx="5029200" cy="1295772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0800" y="5440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🔒 Two-Factor Authentication (2FA)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0" y="576072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TOTP via Speakeasy (compatible with Google Authenticator)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596188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Enable: Server generates secret → QR code → User scans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6163056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Verify: User submits 6-digit TOTP code to confirm setup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636422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Login: If 2FA enabled, TOTP code required after password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7. Real-time Messaging — Socket.io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⚡ Connection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User logs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Client gets JWT</a:t>
            </a:r>
            <a:br/>
            <a:r>
              <a:t>access token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40" y="201168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606039" y="155448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79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initSocket(token)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1965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Socket.io connects</a:t>
            </a:r>
            <a:br/>
            <a:r>
              <a:t>with auth token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51959" y="2011680"/>
            <a:ext cx="228600" cy="18288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80559" y="155448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1999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Server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1965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JWT verified →</a:t>
            </a:r>
            <a:br/>
            <a:r>
              <a:t>User loaded from DB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26479" y="2011680"/>
            <a:ext cx="228600" cy="18288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55079" y="155448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19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Auto-Join Rooms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19" y="1965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user:{id} room +</a:t>
            </a:r>
            <a:br/>
            <a:r>
              <a:t>all conv:{id} rooms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00999" y="2011680"/>
            <a:ext cx="22860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0" y="155448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C4899"/>
                </a:solidFill>
                <a:latin typeface="Segoe UI"/>
              </a:defRPr>
            </a:pPr>
            <a:r>
              <a:t>Auto-Deliver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65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Mark undelivered msgs</a:t>
            </a:r>
            <a:br/>
            <a:r>
              <a:t>as delivered → notify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875520" y="2011680"/>
            <a:ext cx="228600" cy="18288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104120" y="1554480"/>
            <a:ext cx="1645920" cy="128016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95560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Handlers 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1965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chatHandler +</a:t>
            </a:r>
            <a:br/>
            <a:r>
              <a:t>presenceHandler +</a:t>
            </a:r>
            <a:br/>
            <a:r>
              <a:t>groupHandler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📤 Client → Server Events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520440"/>
            <a:ext cx="5029200" cy="30175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3657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send_message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6576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conv_id, content, type, reply_to, expires_in, mentions 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9136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typing_start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39136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conversation_id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1696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typing_stop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41696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conversation_id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4256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message_read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4256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message_id?, conversation_id, conversation_type 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6817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mark_delivered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6817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 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9377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react_message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9377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emoji 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193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pin_message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1937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conversation_id 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449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delete_message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44982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for_all 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705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edit_message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57058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text 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9618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join_conversation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59618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conversation_id, conversation_type 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6217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Consolas"/>
              </a:defRPr>
            </a:pPr>
            <a:r>
              <a:t>system_message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6217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conversation_id, text 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📥 Server → Client Events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3520440"/>
            <a:ext cx="5029200" cy="30175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36576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new_message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36576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Full message object with sender info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39136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message_delivered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39136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conversation_id 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1696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message_read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41696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reader_id, reader_avatar, read_at 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4256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messages_read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8160" y="44256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message_ids[], reader_id, read_at } (bulk)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6817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message_edited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46817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new_content, edited_at 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49377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message_deleted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49377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deleted_for_all 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5193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reaction_update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8160" y="51937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message_id, reactions[] 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5449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user_typing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544982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user_id, display_name, conversation_id 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5705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presence_update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57058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user_id, status, last_seen 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59618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new_conversation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38160" y="59618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Conversation or group object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6217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onsolas"/>
              </a:defRPr>
            </a:pPr>
            <a:r>
              <a:t>group_updated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38160" y="6217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{ group_id, changes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8. One-to-One Chat — Complete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📨 Sending a Message (end-to-end flow)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User A types</a:t>
            </a:r>
            <a:br/>
            <a:r>
              <a:t>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React MessageInput</a:t>
            </a:r>
            <a:br/>
            <a:r>
              <a:t>component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645920" y="2011680"/>
            <a:ext cx="164592" cy="1371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10512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3664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socket.emit</a:t>
            </a:r>
            <a:br/>
            <a:r>
              <a:t>('send_message')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WebSocket event</a:t>
            </a:r>
            <a:br/>
            <a:r>
              <a:t>with content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90672" y="2011680"/>
            <a:ext cx="164592" cy="13716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55264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28416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Server validates</a:t>
            </a:r>
            <a:br/>
            <a:r>
              <a:t>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resolveConversation</a:t>
            </a:r>
            <a:br/>
            <a:r>
              <a:t>Access()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35424" y="2011680"/>
            <a:ext cx="164592" cy="13716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00016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Friend request</a:t>
            </a:r>
            <a:br/>
            <a:r>
              <a:t>gate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Pending request?</a:t>
            </a:r>
            <a:br/>
            <a:r>
              <a:t>Block reply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80176" y="2011680"/>
            <a:ext cx="164592" cy="1371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44768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Message saved</a:t>
            </a:r>
            <a:br/>
            <a:r>
              <a:t>to 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Message.create()</a:t>
            </a:r>
            <a:br/>
            <a:r>
              <a:t>with full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424928" y="2011680"/>
            <a:ext cx="164592" cy="13716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589520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62672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C4899"/>
                </a:solidFill>
                <a:latin typeface="Segoe UI"/>
              </a:defRPr>
            </a:pPr>
            <a:r>
              <a:t>Check receiver</a:t>
            </a:r>
            <a:br/>
            <a:r>
              <a:t>online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2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fetchSockets()</a:t>
            </a:r>
            <a:br/>
            <a:r>
              <a:t>in user room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869680" y="2011680"/>
            <a:ext cx="164592" cy="13716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34272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07424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Broadcast to</a:t>
            </a:r>
            <a:br/>
            <a:r>
              <a:t>conv room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7424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socket.to(conv:id)</a:t>
            </a:r>
            <a:br/>
            <a:r>
              <a:t>.emit('new_message')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314432" y="2011680"/>
            <a:ext cx="164592" cy="1371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79024" y="15544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52176" y="16459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Callback to</a:t>
            </a:r>
            <a:br/>
            <a:r>
              <a:t>sender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{ success, message }</a:t>
            </a:r>
            <a:br/>
            <a:r>
              <a:t>with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06658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✓✓ Delivery &amp; Read Receipt 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523786"/>
            <a:ext cx="1051560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366094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SENT 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3660946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Message saved to MongoDB. Sender sees single checkmark.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16386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DELIVERED ✓✓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4163866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Receiver is online OR comes online later. delivered_to[] updated. Sender sees double gray checkmark.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66678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READ  ✓✓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4666786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Receiver opens conversation → message_read event → read_receipts[] updated. Sender sees blue double checkmark with reader avatar.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35258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💬 One-to-One Chat 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71834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Text, Image, Video, Audio, File, Sticker, Location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91951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Reply (quote), Forward, Pin messages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12068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Emoji Reactions (👍❤️😂😮😢😡)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32185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Edit messages (within 24h, with history)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52301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Delete: 'just for me' or 'for everyone'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71834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Disappearing messages (1h / 24h / 7d)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91951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Typing indicator ('typing...')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612068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User Block / Unblock / Report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632185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Friend Request gate (accept before chat)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652301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• Nicknames for contacts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9. Group Chat — Feature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Segoe UI"/>
              </a:defRPr>
            </a:pPr>
            <a:r>
              <a:t>🏗️ Group Creation &amp;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Create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Name, description,</a:t>
            </a:r>
            <a:br/>
            <a:r>
              <a:t>avatar, type</a:t>
            </a:r>
            <a:br/>
            <a:r>
              <a:t>(public/private/secret)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43200" y="210312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71800" y="155448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Set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Max members (256),</a:t>
            </a:r>
            <a:br/>
            <a:r>
              <a:t>invite_only flag,</a:t>
            </a:r>
            <a:br/>
            <a:r>
              <a:t>unique_group_id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83480" y="2103120"/>
            <a:ext cx="228600" cy="18288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12080" y="155448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Invite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Auto-generated unique</a:t>
            </a:r>
            <a:br/>
            <a:r>
              <a:t>invite link + QR code</a:t>
            </a:r>
            <a:br/>
            <a:r>
              <a:t>for sharing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23760" y="2103120"/>
            <a:ext cx="228600" cy="18288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52360" y="155448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Add Members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Admin adds by user_id</a:t>
            </a:r>
            <a:br/>
            <a:r>
              <a:t>or members join via</a:t>
            </a:r>
            <a:br/>
            <a:r>
              <a:t>invite link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64040" y="2103120"/>
            <a:ext cx="22860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92640" y="155448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C4899"/>
                </a:solidFill>
                <a:latin typeface="Segoe UI"/>
              </a:defRPr>
            </a:pPr>
            <a:r>
              <a:t>Assign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965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Owner → Admin →</a:t>
            </a:r>
            <a:br/>
            <a:r>
              <a:t>Moderator → Member</a:t>
            </a:r>
            <a:br/>
            <a:r>
              <a:t>(cascading permissions)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👥 Role-Based Permission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4048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🔴 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297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Delete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553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Change all 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809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Appoint admins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657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Transfer ownership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3218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All admin permissions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384048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🟠 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297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Add/remove members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553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Appoint moderators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4809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Delete any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50657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Mute members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53218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Edit group info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84048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🟡 Moderator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297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Delete messages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553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Mute members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809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Review reports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0657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Pin messages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384048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2688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🟢 Member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4297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Send messages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4553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Share files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4809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React to messages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50657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Leave group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💬 Group Message Flow: send_message → check membership → check muted status → Message.create() → broadcast to conv:{group_id} room → all online members receive via Socket.io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10. File &amp; Media Upload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05156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User selects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React Dropzone</a:t>
            </a:r>
            <a:br/>
            <a:r>
              <a:t>or file input</a:t>
            </a:r>
            <a:br/>
            <a:r>
              <a:t>(drag &amp; drop)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28800" y="1828800"/>
            <a:ext cx="182880" cy="1371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01168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514600" y="105156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Client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Check file type,</a:t>
            </a:r>
            <a:br/>
            <a:r>
              <a:t>size limits</a:t>
            </a:r>
            <a:br/>
            <a:r>
              <a:t>(10-100MB)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74720" y="1828800"/>
            <a:ext cx="182880" cy="13716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5760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160520" y="105156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FormData 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multipart/form-data</a:t>
            </a:r>
            <a:br/>
            <a:r>
              <a:t>to /messages/media</a:t>
            </a:r>
            <a:br/>
            <a:r>
              <a:t>via Axios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120640" y="1828800"/>
            <a:ext cx="182880" cy="13716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0352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806440" y="105156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16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Multer middleware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Parse multipart</a:t>
            </a:r>
            <a:br/>
            <a:r>
              <a:t>body, validate</a:t>
            </a:r>
            <a:br/>
            <a:r>
              <a:t>MIME type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766560" y="1828800"/>
            <a:ext cx="182880" cy="1371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94944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452360" y="1051560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C4899"/>
                </a:solidFill>
                <a:latin typeface="Segoe UI"/>
              </a:defRPr>
            </a:pPr>
            <a:r>
              <a:t>Cloudinary upload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cloudinary.uploader</a:t>
            </a:r>
            <a:br/>
            <a:r>
              <a:t>.upload() → returns</a:t>
            </a:r>
            <a:br/>
            <a:r>
              <a:t>URL + metadata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412480" y="1828800"/>
            <a:ext cx="182880" cy="13716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59536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098280" y="105156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Save message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Message.create()</a:t>
            </a:r>
            <a:br/>
            <a:r>
              <a:t>with media_url,</a:t>
            </a:r>
            <a:br/>
            <a:r>
              <a:t>media_type, size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058400" y="1828800"/>
            <a:ext cx="182880" cy="1371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241280" y="118872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744200" y="105156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789920" y="1078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01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Socket broadcast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17373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Emit 'new_message'</a:t>
            </a:r>
            <a:br/>
            <a:r>
              <a:t>with media content</a:t>
            </a:r>
            <a:br/>
            <a:r>
              <a:t>to conv room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📁 Supported File Types &amp; Limits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3657600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📷 Images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Segoe UI"/>
              </a:defRPr>
            </a:pPr>
            <a:r>
              <a:t>Max: 10 MB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JPG, PNG, GIF, WEBP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Cloudinary auto-compress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71800" y="3657600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06324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🎬 Videos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6324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Segoe UI"/>
              </a:defRPr>
            </a:pPr>
            <a:r>
              <a:t>Max: 100 MB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6324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MP4, MOV, AVI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6324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Cloudinary HLS streaming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212080" y="3657600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0352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egoe UI"/>
              </a:defRPr>
            </a:pPr>
            <a:r>
              <a:t>🎵 Audio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Segoe UI"/>
              </a:defRPr>
            </a:pPr>
            <a:r>
              <a:t>Max: 25 MB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MP3, OGG, WAV, M4A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Cloudinary storage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52360" y="3657600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54380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📄 Documents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4380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Segoe UI"/>
              </a:defRPr>
            </a:pPr>
            <a:r>
              <a:t>Max: 50 MB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PDF, DOCX, XLSX, TXT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4380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Cloudinary storage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92640" y="3657600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78408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Segoe UI"/>
              </a:defRPr>
            </a:pPr>
            <a:r>
              <a:t>🎙️ Voice Messages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8408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Segoe UI"/>
              </a:defRPr>
            </a:pPr>
            <a:r>
              <a:t>Max: 5 min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408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OGG / WEBM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Cloudinary storage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☁️ Cloudinary Integration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585216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Free tier: 25GB storage  •  Multer middleware handles multipart parsing  •  multer-storage-cloudinary SDK for direct upload  •  Returns secure_url for CDN access  •  Auto-generates thumbnails for images &amp; videos  •  Supports transformations (resize, crop, compress)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4420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rPr dirty="0"/>
              <a:t>11. Message Lifecycle — Edit, Delete, Pin,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✏️ Edit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1. User emits 'edit_message' { message_id, text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2. Server checks: sender owns message? Within 24 hours?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3. Old content pushed to edit_history[] 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5798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4. content.text updated, is_edited = true, edited_at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5. 'message_edited' broadcast to conv room with new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⚠️ Messages older than 24h cannot be edited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🗑️ Delete Message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1. User emits 'delete_message' { message_id, for_all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5564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2. If for_all AND sender is message owner: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568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→ deleted_for_all = true, is_deleted =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5798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3. If NOT for_all (delete for me only):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5915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→ user_id added to deleted_for[] array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603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4. 'message_deleted' broadcast (for_all) or sent to self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📌 Pin Message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7472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5661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1. User emits 'pin_message' { message_id, conversation_id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947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2. Server toggles is_pinned (pin/unpin)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233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3. 'message_pinned' broadcast to conv 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519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4. UI shows pinned messages at top / in info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Segoe UI"/>
              </a:defRPr>
            </a:pPr>
            <a:r>
              <a:t>😊 Emoji Reactions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47472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35661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1. User emits 'react_message' { message_id, emoji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7947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2. Server removes user's old reaction (if any)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0233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3. Adds new { user_id, emoji, reacted_at } to reactions[]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2519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4. 'reaction_update' broadcast with full reactions array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46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⏱️ Disappearing Messages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21208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3035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1. Sender sets expires_in when sending ('1h', '24h', '7d')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0468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2. Server calculates expires_at = now + duration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7058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3. MongoDB TTL index: messageSchema.index({ expires_at: 1 },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0702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{ expireAfterSeconds: 0 })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10819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4. MongoDB automatically deletes when expires_at is reached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30936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5. No cron job needed — database handles cleanup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↩️ Reply &amp; Forward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21208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53035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Reply: reply_to field → ObjectId ref to original Message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0468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→ Populated with original message content + sender info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7058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→ ReplyPreview component shows quoted message above 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90702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Forward: forwarded_from field → ObjectId ref to source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610819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→ Can forward to multiple conversations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630936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→ Original sender info preserved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12. Notification &amp; Presence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🟢 Online Presence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91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Socket connects → joins user:{id} room → 'online' status broadcast to all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Disconnect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Socket disconnects → check remaining sockets for same user → if none, update last_seen in DB → broadcast 'offline'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Multi-tab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880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Multiple tabs share user room → offline only when ALL tabs close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Users can set: online / away / busy / invisible → custom status message → visibility settings (everyone/contacts/nobody)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⌨️ Typing Indicators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1. User starts typing → emit 'typing_start' { conversation_id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19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2. Server broadcasts 'user_typing' to conv room (except sender)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3. User stops typing → emit 'typing_stop' { conversation_id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317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4. Chat store tracks typingUsers per conversation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🔔 Unread Count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29184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33832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Zustand store: unreadCounts object { convId: number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Increment on new_message (if not active conversation)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404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• Clear when user opens/selects the conversation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Segoe UI"/>
              </a:defRPr>
            </a:pPr>
            <a:r>
              <a:t>📧 Email Notification System (Brevo API)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3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OTP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9377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crypto.randomInt() → 6-digit code → stored in Redis (key: otp:{type}:{email}, TTL: 10 min) or in-memory Map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67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Email Sending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36752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Brevo REST API (api.brevo.com/v3/smtp/email) → HTML template with gradient header, styled OTP code, expiry 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97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OTP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79729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Compare submitted code with stored code → one-time use (deleted after verify) → handles Redis failure with memory 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227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Use Cases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622706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Email verification on registration  •  Password reset  •  Resend OTP endpoint available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13. Frontend Architecture &amp; Component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🗺️ Routes (App.jsx)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/              → LandingPage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/login          → LoginPage (Public)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66543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/register       → RegisterPage (Public)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2257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/forgot-password → ForgotPasswordPage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/app            → ChatLayout (Protected)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/*              → Redirect to 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🌳 Component Tree (ChatLayout)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7132320" cy="50292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Sidebar (280px)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7451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Sidebar.jsx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User profile header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Tab bar (Chats/Groups/Contacts)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Search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546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ConversationList.jsx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474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└── Conversation 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7947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GroupList.jsx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114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└── Group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34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└── ContactSearch.jsx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548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    └── User search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ChatWindow (flex)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7451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ChatWindow.jsx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ChatHeader.jsx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└── User/group info,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834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Messages area (virtualized)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1546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├── DateSeparator.jsx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474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├── MessageItem.jsx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7947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│   ├── Message bubble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114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│   ├── ReactionPicker.jsx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434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│   └── Reply/Forward/Edit UIs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7548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│   └── EmptyChatState.jsx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ReplyPreview.jsx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3949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└── MessageInput.jsx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71499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    └── Emoji, attachments, send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InfoPanel (320px)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187451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InfoPanel.jsx (43KB)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User/Group profile 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514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Shared media gallery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2834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Member list (groups)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1546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Role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474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Nickname settings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7947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Block/Report 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114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Group settings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4434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└── Leave/Delete options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7548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0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Modals: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53949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├── NewChatModal.jsx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571499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└── UserSettingsModal.jsx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🗄️ State Management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3931919"/>
            <a:ext cx="3200400" cy="2736509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4400" y="4023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authStore.js (Zustand + persist)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4297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user, tokens, isAuthenticated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" y="44805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login(), register(), logout()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" y="46634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fetchMe(), updateUser()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4846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Persisted to localStorage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166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chatStore.js (Zustand)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" y="5440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activeConversation, conversations[]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56235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groups[], messages{}, unreadCounts{}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58064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typingUsers{}, presenceMap{}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" y="5989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replyTo, searchQuery, sidebarTab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" y="6172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Pinned conversations/groups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63550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• Nickname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14. API Endpoint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1922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🔐 Auth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39263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307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/api/auth/register — Create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593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/api/auth/login — Login + 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879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/api/auth/logout — Logout + blacklist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165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/api/auth/refresh — Rotate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451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/api/auth/forgot-password — OTP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737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/api/auth/reset-password — New 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023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/api/auth/verify-email — Confirm OTP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309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/api/auth/2fa/enable — Setup 2FA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595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/api/auth/2fa/verify — Confirm 2FA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881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/api/auth/resend-otp — Resend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01922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egoe UI"/>
              </a:defRPr>
            </a:pPr>
            <a:r>
              <a:rPr dirty="0"/>
              <a:t>👤 User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339263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4307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/api/users/me — My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593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PUT    /api/users/me — Update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8879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/api/users/me/avatar — Upload avatar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1165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/api/users/search?q= — Search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3451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/api/users/:id — View 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5737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/api/users/:id/block — Block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8023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DELETE /api/users/:id/block — Unblock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03090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/api/users/:id/report — Report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3602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💬 Conversation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156062"/>
            <a:ext cx="5303520" cy="20574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2475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/api/conversations — List 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4761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/api/conversations — Start new 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7047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/api/conversations/:id — Get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9333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DELETE /api/conversations/:id — Delete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1619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/api/conversations/:id/messages — Messages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3905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/api/conversations/:id/messages — Send msg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6191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PUT    /api/conversations/:id/nickname — Set nick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8477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/api/conversations/:id/accept-request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83602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👥 Group API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156062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42475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/api/groups — My groups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4761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/api/groups — Create group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7047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/api/groups/:id — Group details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9333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PUT    /api/groups/:id — Update group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1619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DELETE /api/groups/:id — Delete group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53905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GET    /api/groups/:id/members — Members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6191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/api/groups/:id/members — Add member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8477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PUT    /api/groups/:id/members/:uid/role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60763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/api/groups/join/:invite — Join via link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630490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POST   /api/groups/:id/leave — Leave group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Segoe UI"/>
              </a:defRPr>
            </a:pPr>
            <a:r>
              <a:t>15. Deployment — Server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Investigated LIVE from </a:t>
            </a:r>
            <a:r>
              <a:rPr dirty="0" err="1"/>
              <a:t>DigitalOcean</a:t>
            </a:r>
            <a:r>
              <a:rPr dirty="0"/>
              <a:t> Droplet  |  </a:t>
            </a:r>
            <a:r>
              <a:rPr dirty="0" err="1"/>
              <a:t>tongchat.app</a:t>
            </a:r>
            <a:r>
              <a:rPr dirty="0"/>
              <a:t>  |  Ubuntu 22.04  |  $6/month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1C1C0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90195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rPr dirty="0"/>
              <a:t>NOT DOCKER: Despite docker-</a:t>
            </a:r>
            <a:r>
              <a:rPr dirty="0" err="1"/>
              <a:t>compose.yml</a:t>
            </a:r>
            <a:r>
              <a:rPr dirty="0"/>
              <a:t> in repo, the droplet runs natively with Nginx + PM2 + Node.js (no Docker installed)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Request Flow: User -&gt; Nginx -&gt;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1828800" cy="10058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User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https://tongchat.app</a:t>
            </a:r>
            <a:br/>
            <a:r>
              <a:t>(HTTPS request)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60320" y="2560320"/>
            <a:ext cx="27432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34639" y="2194560"/>
            <a:ext cx="1828800" cy="10058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79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Nginx :443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514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SSL termination</a:t>
            </a:r>
            <a:br/>
            <a:r>
              <a:t>(Let's Encrypt cert)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663439" y="2560320"/>
            <a:ext cx="274320" cy="18288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937759" y="2194560"/>
            <a:ext cx="1828800" cy="10058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199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Route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9" y="2514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Static file?</a:t>
            </a:r>
            <a:br/>
            <a:r>
              <a:t>API call? WebSocket?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852160" y="3200400"/>
            <a:ext cx="228600" cy="27432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03520" y="356616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9240" y="36118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Static 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8404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onsolas"/>
              </a:defRPr>
            </a:pPr>
            <a:r>
              <a:t>/ , /login, /app</a:t>
            </a:r>
            <a:br/>
            <a:r>
              <a:t>/var/www/tong/</a:t>
            </a:r>
            <a:br/>
            <a:r>
              <a:t>frontend/dist/</a:t>
            </a:r>
            <a:br/>
            <a:r>
              <a:t>index.html + assets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863840" y="3200400"/>
            <a:ext cx="228600" cy="27432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0" y="356616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36118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/api/* Proxy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8404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onsolas"/>
              </a:defRPr>
            </a:pPr>
            <a:r>
              <a:t>proxy_pass to</a:t>
            </a:r>
            <a:br/>
            <a:r>
              <a:t>127.0.0.1:5000</a:t>
            </a:r>
            <a:br/>
            <a:r>
              <a:t>Express.js REST API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875520" y="3200400"/>
            <a:ext cx="228600" cy="27432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326880" y="356616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72600" y="36118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/socket.io/* 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8404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onsolas"/>
              </a:defRPr>
            </a:pPr>
            <a:r>
              <a:t>WebSocket upgrade</a:t>
            </a:r>
            <a:br/>
            <a:r>
              <a:t>proxy to :5000</a:t>
            </a:r>
            <a:br/>
            <a:r>
              <a:t>Connection: upgrade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503920" y="4663440"/>
            <a:ext cx="228600" cy="22860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858000" y="4937760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95160" y="4983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PM2 v6.0.14 -&gt; Node.js v20.20.2 (port 5000)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53035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Process: tong-backend  |  Status: Online  |  Uptime: 32h+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550468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Script: /var/www/tong/backend/src/server.js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570585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Memory: ~97 MB  |  Restarts: 0  |  Mode: fork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Droplet Specs &amp; Nginx Config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074920"/>
            <a:ext cx="2743200" cy="15544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512064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IP Address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12064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168.144.78.31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358383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5358383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Ubuntu 22.04 LTS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596127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5596127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$6/month droplet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83387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Disk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58338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25 GB (3.4 GB used)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60716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RAM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60716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957 MB (265 MB used)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6309359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Firewall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6309359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UFW inactive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0" y="5074920"/>
            <a:ext cx="3017520" cy="15544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94760" y="5120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SSL / Domain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39496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Provider: Let's Encrypt (Certbot)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60" y="561441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Domain: tongchat.app + www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4760" y="583387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Expiry: July 8, 2026 (auto-renew)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4760" y="605332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HTTP -&gt; HTTPS redirect (port 80)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4760" y="6272784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Ports: 22 (SSH), 80, 443, 5000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Segoe UI"/>
              </a:defRPr>
            </a:pPr>
            <a:r>
              <a:rPr dirty="0"/>
              <a:t>16. Deployment — Deploy Flow &amp; External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166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deploy.sh — How Updates Are Deployed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3149"/>
            <a:ext cx="16459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25880" y="1045989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99032" y="1073421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5746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Developer</a:t>
            </a:r>
            <a:br/>
            <a:r>
              <a:t>pushes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894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git push</a:t>
            </a:r>
            <a:br/>
            <a:r>
              <a:t>origin main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77440" y="1686069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06039" y="1183149"/>
            <a:ext cx="16459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200399" y="1045989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73551" y="1073421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59" y="145746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SSH into</a:t>
            </a:r>
            <a:br/>
            <a:r>
              <a:t>droplet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59" y="186894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nsolas"/>
              </a:defRPr>
            </a:pPr>
            <a:r>
              <a:t>ssh root@</a:t>
            </a:r>
            <a:br/>
            <a:r>
              <a:t>168.144.78.31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51959" y="1686069"/>
            <a:ext cx="228600" cy="18288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80559" y="1183149"/>
            <a:ext cx="16459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74919" y="1045989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48071" y="1073421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145746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Pull latest</a:t>
            </a:r>
            <a:br/>
            <a:r>
              <a:t>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186894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git pull</a:t>
            </a:r>
            <a:br/>
            <a:r>
              <a:t>origin main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126479" y="1686069"/>
            <a:ext cx="228600" cy="18288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55079" y="1183149"/>
            <a:ext cx="16459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49439" y="1045989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22591" y="1073421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9" y="145746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Update</a:t>
            </a:r>
            <a:br/>
            <a: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9" y="186894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nsolas"/>
              </a:defRPr>
            </a:pPr>
            <a:r>
              <a:t>npm install</a:t>
            </a:r>
            <a:br/>
            <a:r>
              <a:t>pm2 restart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000999" y="1686069"/>
            <a:ext cx="228600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29600" y="1183149"/>
            <a:ext cx="16459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823960" y="1045989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97112" y="1073421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145746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C4899"/>
                </a:solidFill>
                <a:latin typeface="Segoe UI"/>
              </a:defRPr>
            </a:pPr>
            <a:r>
              <a:t>Build</a:t>
            </a:r>
            <a:br/>
            <a:r>
              <a:t>frontend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186894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nsolas"/>
              </a:defRPr>
            </a:pPr>
            <a:r>
              <a:t>npm install</a:t>
            </a:r>
            <a:br/>
            <a:r>
              <a:t>npm run build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875520" y="1686069"/>
            <a:ext cx="228600" cy="18288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04120" y="1183149"/>
            <a:ext cx="1645920" cy="13716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98480" y="1045989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71632" y="1073421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01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145746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Live!</a:t>
            </a:r>
            <a:br/>
            <a:r>
              <a:t>Nginx serves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186894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nsolas"/>
              </a:defRPr>
            </a:pPr>
            <a:r>
              <a:t>New dist/ files</a:t>
            </a:r>
            <a:br/>
            <a:r>
              <a:t>auto-served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27052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deploy.sh (actual script on server)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025332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3071052"/>
            <a:ext cx="4937760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#!/bin/bash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3203640"/>
            <a:ext cx="4937760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git pull origin main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3336228"/>
            <a:ext cx="4937760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" y="3468816"/>
            <a:ext cx="4937760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cd backend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3601404"/>
            <a:ext cx="4937760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npm install --legacy-peer-deps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3733992"/>
            <a:ext cx="4937760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pm2 restart tong-backend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3866580"/>
            <a:ext cx="4937760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cd 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3999168"/>
            <a:ext cx="4937760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4131756"/>
            <a:ext cx="4937760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cd frontend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4264344"/>
            <a:ext cx="4937760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npm install --legacy-peer-deps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4396932"/>
            <a:ext cx="4937760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npm run build          # Vite -&gt; dist/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4529520"/>
            <a:ext cx="4937760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cd ..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8084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Useful Server Commands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082732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512845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pm2 list                   # See all processes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31133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pm2 logs tong-backend      # Stream live logs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549421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pm2 restart tong-backend   # Restart backend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567709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pm2 monit                  # Real-time CPU/memory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8599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nginx -t &amp;&amp; systemctl reload nginx  # Test &amp; reload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604285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certbot renew              # Renew SSL certificate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27052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External Cloud Services (Free Tier)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3071052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37960" y="31167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311677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Segoe UI"/>
              </a:defRPr>
            </a:pPr>
            <a:r>
              <a:t>Supabase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63840" y="33636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Users, Groups,</a:t>
            </a:r>
            <a:br/>
            <a:r>
              <a:t>Conversations, Auth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0" y="32082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Segoe UI"/>
              </a:defRPr>
            </a:pPr>
            <a:r>
              <a:t>Free: 500 MB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0" y="3820860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537960" y="38665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MongoDB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0" y="38665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Segoe UI"/>
              </a:defRPr>
            </a:pPr>
            <a:r>
              <a:t>Atlas M0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63840" y="41134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Messages, Reactions,</a:t>
            </a:r>
            <a:br/>
            <a:r>
              <a:t>Read Receipts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75520" y="39580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Segoe UI"/>
              </a:defRPr>
            </a:pPr>
            <a:r>
              <a:t>Free: 512 MB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0" y="4570668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537960" y="46163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Redis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63840" y="461638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Segoe UI"/>
              </a:defRPr>
            </a:pPr>
            <a:r>
              <a:t>Redis Cloud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3840" y="48632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OTP codes, Token</a:t>
            </a:r>
            <a:br/>
            <a:r>
              <a:t>blacklist, cache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75520" y="47078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Segoe UI"/>
              </a:defRPr>
            </a:pPr>
            <a:r>
              <a:t>Free: 10K req/day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00800" y="5320476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37960" y="53661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File Storage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3840" y="536619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Segoe UI"/>
              </a:defRPr>
            </a:pPr>
            <a:r>
              <a:t>Cloudinary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63840" y="56130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Images, Videos,</a:t>
            </a:r>
            <a:br/>
            <a:r>
              <a:t>Audio, Documents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75520" y="54576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Segoe UI"/>
              </a:defRPr>
            </a:pPr>
            <a:r>
              <a:t>Free: 25 GB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00800" y="6070284"/>
            <a:ext cx="5029200" cy="658368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537960" y="61160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Segoe UI"/>
              </a:defRPr>
            </a:pPr>
            <a:r>
              <a:t>Email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63840" y="611600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Segoe UI"/>
              </a:defRPr>
            </a:pPr>
            <a:r>
              <a:t>Brevo API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63840" y="63628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OTP verification</a:t>
            </a:r>
            <a:br/>
            <a:r>
              <a:t>emails (HTML)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75520" y="62074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Segoe UI"/>
              </a:defRPr>
            </a:pPr>
            <a:r>
              <a:t>Free: 300/day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799" y="63780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All databases are external — NOT hosted on the droplet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Segoe UI"/>
              </a:defRPr>
            </a:pPr>
            <a:r>
              <a:t>17. Project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⚙️ Backend (backend/src/)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5194321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server.js                  — Entry point (HTTP + Socket.io)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4091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app.js                     — Express app (middleware + routes)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7942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05453"/>
            <a:ext cx="4937760" cy="35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config/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40784"/>
            <a:ext cx="4937760" cy="35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env.js               — Environment variable loader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76115"/>
            <a:ext cx="4937760" cy="35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database.js           — PostgreSQL + MongoDB + Redis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11447"/>
            <a:ext cx="4937760" cy="35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cloudinary.js         — Cloudinary SDK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46778"/>
            <a:ext cx="4937760" cy="35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344863"/>
            <a:ext cx="4937760" cy="63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controllers/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0194"/>
            <a:ext cx="4937760" cy="63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auth.controller.js    — Register, Login, 2FA, OTP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15526"/>
            <a:ext cx="4937760" cy="63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user.controller.js    — Profile, Search, Block,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50857"/>
            <a:ext cx="4937760" cy="63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conversation.controller.js — Direct chat 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86188"/>
            <a:ext cx="4937760" cy="63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message.controller.js — Message edit, delete,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21519"/>
            <a:ext cx="4937760" cy="63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group.controller.js   — Group CRUD, members,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56850"/>
            <a:ext cx="4937760" cy="63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187874"/>
            <a:ext cx="4937760" cy="838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routes/   (5 route files mirror controllers)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23206"/>
            <a:ext cx="4937760" cy="838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370456"/>
            <a:ext cx="4937760" cy="1015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middleware/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505787"/>
            <a:ext cx="4937760" cy="1015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auth.js               — JWT verification middleware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641118"/>
            <a:ext cx="4937760" cy="1015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rateLimiter.js         — Rate limiting (100 req/min)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776449"/>
            <a:ext cx="4937760" cy="1015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upload.js              — Multer + Cloudinary upload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911781"/>
            <a:ext cx="4937760" cy="1015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validate.js            — express-validator wrapper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47112"/>
            <a:ext cx="4937760" cy="1015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errorHandler.js        — Global error handler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82443"/>
            <a:ext cx="4937760" cy="1015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211196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services/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346528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token.service.js       — JWT generate/verify/blacklist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81859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otp.service.js         — OTP generate/store/verify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617190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email.service.js       — Brevo email sending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752521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cloudinary.service.js  — File upload helper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887852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023184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socket/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158515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index.js               — Socket.io init + auth + rooms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293846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chatHandler.js         — Message events (send/edit/del)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429177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presenceHandler.js     — Online status events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564508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groupHandler.js        — Group-specific events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99840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835171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rPr dirty="0"/>
              <a:t>models/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970502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Message.js             — MongoDB message schema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6105833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ConversationVisibility.js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347742"/>
            <a:ext cx="4937760" cy="1015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6376496"/>
            <a:ext cx="4937760" cy="122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utils/   (ApiError, ApiResponse, helpers)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🖥️ Frontend (frontend/src/)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46304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150876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main.jsx                   — React app entry 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1644091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App.jsx                    — Router + Protected/Public routes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177942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index.css                  — Global styles (TailwindCSS)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1914753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3680" y="2050084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pages/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2185415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LandingPage.jsx       — Public landing page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2320747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ChatLayout.jsx        — Main chat 3-column layout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2456078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auth/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2591409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    ├── LoginPage.jsx     — Login form + 2FA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272674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    ├── RegisterPage.jsx  — Registration + OTP verify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286207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    └── ForgotPasswordPage.jsx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2997403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0" y="3132734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components/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3268065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sidebar/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3403396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Sidebar.jsx       — Tab bar + search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3538727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ConversationList.jsx — Chat list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3674059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GroupList.jsx      — Group list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380939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└── ContactSearch.jsx  — User search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0" y="3944721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chat/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408005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ChatWindow.jsx     — Message viewport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4215383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ChatHeader.jsx     — Chat top bar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4350715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MessageItem.jsx    — Message bubble (24KB)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4486046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MessageInput.jsx   — Input bar (18KB)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0" y="4621377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ReplyPreview.jsx   — Reply quote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4756708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ReactionPicker.jsx — Emoji picker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489204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├── DateSeparator.jsx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5027371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└── EmptyChatState.jsx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516270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├── infopanel/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5298033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│   └── InfoPanel.jsx      — Details panel (43KB)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5433364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└── modals/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0" y="5568696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    ├── NewChatModal.jsx   — New chat/group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5704027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      └── UserSettingsModal.jsx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0" y="5839358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583680" y="5974689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store/   (authStore, chatStore)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0" y="611002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hooks/   (useSeo, useSocketEvents)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83680" y="6245352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onsolas"/>
              </a:defRPr>
            </a:pPr>
            <a:r>
              <a:t>lib/     (api, apiServices, socket)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5764" y="956101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F0F5"/>
                </a:solidFill>
                <a:latin typeface="Segoe UI"/>
              </a:defRPr>
            </a:pPr>
            <a:r>
              <a:rPr dirty="0"/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5844" y="2144821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A production-grade, real-time messaging platform with a comprehensive feature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5764" y="3059221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7204" y="319638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204" y="369930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Backend Controllers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0404" y="3059221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01844" y="319638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1844" y="369930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Route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044" y="3059221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6484" y="319638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6484" y="369930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Socket Handlers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79684" y="3059221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71124" y="319638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1124" y="369930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Backend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5764" y="4430821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7204" y="456798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C489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204" y="507090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PostgreSQL Tables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0404" y="4430821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01844" y="456798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1844" y="507090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Socket.io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5044" y="4430821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36484" y="456798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  <a:latin typeface="Segoe UI"/>
              </a:defRPr>
            </a:pPr>
            <a:r>
              <a:t>40+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6484" y="507090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REST Endpoints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79684" y="4430821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71124" y="456798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1124" y="507090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React Components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764" y="580242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Phase 1: Complete Messaging System  •  React.js + Node.js + Socket.io  •  PostgreSQL + MongoDB + Redis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5195</Words>
  <Application>Microsoft Office PowerPoint</Application>
  <PresentationFormat>Widescreen</PresentationFormat>
  <Paragraphs>745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nehalmushfiq@gmail.com</cp:lastModifiedBy>
  <cp:revision>2</cp:revision>
  <dcterms:created xsi:type="dcterms:W3CDTF">2013-01-27T09:14:16Z</dcterms:created>
  <dcterms:modified xsi:type="dcterms:W3CDTF">2026-04-14T18:23:42Z</dcterms:modified>
  <cp:category/>
</cp:coreProperties>
</file>