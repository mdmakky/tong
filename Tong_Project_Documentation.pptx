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09728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828800"/>
            <a:ext cx="1645920" cy="1645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F0F5"/>
                </a:solidFill>
                <a:latin typeface="Segoe UI"/>
              </a:defRPr>
            </a:pPr>
            <a:r>
              <a:t>💬 tong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Real-time Messaging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Complete Project Documentation — Phase 1: Messaging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🛠️ 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React.js + Node.js / Express.js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📦 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PostgreSQL + MongoDB +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⚡ 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Socket.io WebSocket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59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9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🚀 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Docker / Render /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📋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1.  Project Overview &amp; 5-Phase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2.  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3.  Tech Stack — Frontend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4.  Hybrid Database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5.  Database Schema Design (PostgreSQL + MongoDB + Redis)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6.  Authentication &amp; Security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7.  Real-time Messaging — Socket.io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40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8.  One-to-One Chat Feature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9.  Group Chat Feature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10. File &amp; Media Upload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11. Message Lifecycle (Edit, Delete, Pin, React)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12. Notification &amp; Presence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13. Frontend Architecture &amp; Component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14. API Endpoint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15. Deployment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440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16. Project File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tong is a full-featured, real-time messaging platform built with React.js &amp; Node.js/Express.js. The project is planned in 5 phases, with Phase 1 delivering a complete messaging system that serves as the foundation for all future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5-Phase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Complete Messaging</a:t>
            </a:r>
            <a:br/>
            <a:r>
              <a:t>(1-to-1, Group, Private)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🟢 CURRENT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3566160"/>
            <a:ext cx="228600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Audio Calling</a:t>
            </a:r>
            <a:br/>
            <a:r>
              <a:t>(WebRTC-based)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83480" y="356616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Video Calling</a:t>
            </a:r>
            <a:br/>
            <a:r>
              <a:t>(WebRTC + Media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23760" y="3566160"/>
            <a:ext cx="2286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5236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Anonymous Chat</a:t>
            </a:r>
            <a:br/>
            <a:r>
              <a:t>(Omegle-style)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64040" y="3566160"/>
            <a:ext cx="22860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Mobile App</a:t>
            </a:r>
            <a:br/>
            <a:r>
              <a:t>(React Native)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Phase 1 Goals: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Real-time One-to-One &amp; Group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89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JWT Auth + 2FA + OTP Email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File/Media Sharing via Cloudinary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669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Message Edit, Delete, Reply, Forward, Pin, Reactions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989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Typing Indicators &amp; Read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309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Scalable Architecture for future phases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2. 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Segoe UI"/>
              </a:defRPr>
            </a:pPr>
            <a:r>
              <a:t>🖥️  React.js 18+ (Vite)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Zustand State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Socket.io-client (WebSocket)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TanStack Query (API Cache)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 Router v6 (SPA)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2011680"/>
            <a:ext cx="4572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114800" y="2468880"/>
            <a:ext cx="457200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691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SERVER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Segoe UI"/>
              </a:defRPr>
            </a:pPr>
            <a:r>
              <a:t>⚙️  Node.js + Express.js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REST API (5 route modules)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Socket.io Server (3 handlers)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JWT Authentication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Rate Limiting + Helmet Security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303520" y="3200400"/>
            <a:ext cx="27432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6217920" y="3200400"/>
            <a:ext cx="274320" cy="36576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7132320" y="3200400"/>
            <a:ext cx="274320" cy="36576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🐘 PostgreSQL (Prisma ORM)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Users, Groups,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Friend Requests, Contacts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User Devices, Blocks,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ACID compliance + Complex joins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🍃 MongoDB (Mongoose ODM)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Messages collection (all types)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Reactions, Read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Edit History, Delivery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TTL Index for disappearing msgs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⚡ Redis (ioredis)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OTP storage (10 min TTL)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Token blacklist (on logout)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Session 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In-memory fallback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EXTERNAL 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☁️  Cloudinary: File/Image/Video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📧  Brevo API: Transactional Email (OTP)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🔐  JWT + bcrypt: Manual Auth (no 3rd party)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📱  QR Code (qrcode): Group Invite QR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57784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232433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🔄 Data Flow Summary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Client ──(REST API)──▶ Express.js ──▶ PostgreSQL (users/groups) &amp; MongoDB (messages) &amp; Redis (cache/OTP)  |  React Client ──(WebSocket)──▶ Socket.io Server ──▶ Real-time events (new_message, typing, presence, reactions)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3. Tech Stack — Frontend &amp;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React.js 18+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UI Framework — Component-based, fast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Build tool — lightning-fast HMR dev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State management — lightweight, hook-based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Socket.io-client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WebSocket — real-time bidirectional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TanStack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Server state — API caching &amp;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Router v6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SPA routing — protected &amp; public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Axios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 client — REST API calls with interceptors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TailwindCSS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Utility-first CSS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Lucide 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Icon library — clean SVG icons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Emoji Picker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Emoji selection for message reactions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Dropzone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Drag-and-drop file upload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Virtuoso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Virtual lists for message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Hot Toast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Toast 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Headless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Accessible UI primitives (modals, menus)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Backend Stack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Node.js 18+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Runtime — Non-blocking I/O, ES Modules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Express.js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 Framework — REST API with routing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Socket.io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WebSocket server — real-time messaging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Prisma 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PostgreSQL ORM — type-safe queries, migrations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Mongoose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MongoDB ODM — schema-based message models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ioredis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Redis client — OTP, token blacklisting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JWT + bcrypt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Auth — stateless tokens, password hashing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4–5. Database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Hybrid Database Strategy: PostgreSQL for relational data, MongoDB for messages, Redis for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🐘 PostgreSQL (Prisma) — 8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username, email, password_hash,</a:t>
            </a:r>
            <a:br/>
            <a:r>
              <a:t>display_name, avatar_url, bio, status,</a:t>
            </a:r>
            <a:br/>
            <a:r>
              <a:t>is_verified, 2FA, theme,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name, unique_group_id, type,</a:t>
            </a:r>
            <a:br/>
            <a:r>
              <a:t>owner_id, max_members, invite_link,</a:t>
            </a:r>
            <a:br/>
            <a:r>
              <a:t>is_invite_only, message_retention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GroupMember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group_id, user_id, role (owner/</a:t>
            </a:r>
            <a:br/>
            <a:r>
              <a:t>admin/moderator/member),</a:t>
            </a:r>
            <a:br/>
            <a:r>
              <a:t>nickname, muted_until, last_read_at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type (direct/private_encrypted),</a:t>
            </a:r>
            <a:br/>
            <a:r>
              <a:t>participant_1, participant_2,</a:t>
            </a:r>
            <a:br/>
            <a:r>
              <a:t>is_blocked, encryption_key_hash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920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1965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blocker_id, blocked_id</a:t>
            </a:r>
            <a:br/>
            <a:r>
              <a:t>(unique constraint pair)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63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reporter_id, reported_id,</a:t>
            </a:r>
            <a:br/>
            <a:r>
              <a:t>reason, status (pending/reviewed)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206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4251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user_id, device_name, device_type,</a:t>
            </a:r>
            <a:br/>
            <a:r>
              <a:t>ip_address, refresh_token, last_active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349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5394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FriendRequest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sender_id, receiver_id,</a:t>
            </a:r>
            <a:br/>
            <a:r>
              <a:t>status (pending/accepted/rejected)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🍃 MongoDB — Messages Collection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9202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05740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conversation_id → links to PG conversation.id or group.id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6771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conversation_type → 'direct' | 'group' | 'private'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47802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sender_id → links to PG user.id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8833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message_type → text | image | video | audio | file | sticker | location |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898648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content { text, media_url, media_type, media_size, thumbnail_url,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10896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     file_name, duration, location, is_encrypted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31927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reply_to → ObjectId ref to another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2958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reactions [ { user_id, emoji, reacted_at }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73989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read_receipts [ { user_id, read_at }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950208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delivered_to [ user_ids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16052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is_pinned, is_edited, edit_history [ { content, edited_at }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37083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deleted_for [ user_ids ], deleted_for_all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58114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expires_at → TTL index for disappearing messages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79145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mentions [ user_ids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⚡ Redis — Key-Value Cache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566928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7607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otp:{type}:{email}  →  6-digit code  (TTL: 10 min)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96188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bl:{token}          →  '1'           (TTL: remaining token exp)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16305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In-memory Map fallback when Redis is unavailable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6. Authentication &amp; Security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📝 Registration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5087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submits</a:t>
            </a:r>
            <a:br/>
            <a:r>
              <a:t>username, email, password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10312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5087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Password hashed</a:t>
            </a:r>
            <a:br/>
            <a:r>
              <a:t>(bcrypt, cost=12)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0520" y="210312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7760" y="15087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record created</a:t>
            </a:r>
            <a:br/>
            <a:r>
              <a:t>in PostgreSQL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210312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0" y="15087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OTP generated &amp;</a:t>
            </a:r>
            <a:br/>
            <a:r>
              <a:t>stored in Redis (10m)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18120" y="210312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0" y="150876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OTP email sent</a:t>
            </a:r>
            <a:br/>
            <a:r>
              <a:t>via Brevo API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46920" y="210312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755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24160" y="15087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JWT tokens returned</a:t>
            </a:r>
            <a:br/>
            <a:r>
              <a:t>(access + refresh)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🔑 Login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80160" y="342900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submits</a:t>
            </a:r>
            <a:br/>
            <a:r>
              <a:t>email + password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31720" y="402336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08960" y="342900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Validate credentials</a:t>
            </a:r>
            <a:br/>
            <a:r>
              <a:t>(bcrypt.compare)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160520" y="402336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891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37760" y="34290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Check 2FA status</a:t>
            </a:r>
            <a:br/>
            <a:r>
              <a:t>(if enabled → TOTP)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989320" y="402336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179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66560" y="34290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Generate token pair</a:t>
            </a:r>
            <a:br/>
            <a:r>
              <a:t>Access(15m) + Refresh(7d)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818120" y="402336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595360" y="342900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Store device info</a:t>
            </a:r>
            <a:br/>
            <a:r>
              <a:t>(IP, UA, refresh token)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646920" y="402336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8755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424160" y="342900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Initialize Socket.io</a:t>
            </a:r>
            <a:br/>
            <a:r>
              <a:t>connection on client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🔐 Token &amp; Security Details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3949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54864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Access Token: JWT, 15 min expiry, sent in Authorization header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68756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Refresh Token: JWT, 7 day expiry, stored per-device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88873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Token Rotation: New refresh token on each refresh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608990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Blacklisting: Logout invalidates tokens in Redis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629107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Password: bcrypt hash with cost factor 12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3949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🔒 Two-Factor Authentication (2FA)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57607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TOTP via Speakeasy (compatible with Google Authenticator)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96188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Enable: Server generates secret → QR code → User scans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616305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Verify: User submits 6-digit TOTP code to confirm setup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636422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Login: If 2FA enabled, TOTP code required after password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7. Real-time Messaging — Socket.io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⚡ Connection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logs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Client gets JWT</a:t>
            </a:r>
            <a:br/>
            <a:r>
              <a:t>access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01168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0603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initSocket(token)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Socket.io connects</a:t>
            </a:r>
            <a:br/>
            <a:r>
              <a:t>with auth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51959" y="201168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Server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JWT verified →</a:t>
            </a:r>
            <a:br/>
            <a:r>
              <a:t>User loaded from DB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79" y="201168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7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1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Auto-Join Rooms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user:{id} room +</a:t>
            </a:r>
            <a:br/>
            <a:r>
              <a:t>all conv:{id} rooms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00999" y="201168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Auto-Deliver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Mark undelivered msgs</a:t>
            </a:r>
            <a:br/>
            <a:r>
              <a:t>as delivered → notify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75520" y="201168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0412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Handlers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chatHandler +</a:t>
            </a:r>
            <a:br/>
            <a:r>
              <a:t>presenceHandler +</a:t>
            </a:r>
            <a:br/>
            <a:r>
              <a:t>groupHandler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📤 Client → Server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044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657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send_message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conv_id, content, type, reply_to, expires_in, mentions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typing_start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9136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69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typing_stop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169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25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message_read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4256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message_id?, conversation_id, conversation_type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81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mark_delivered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817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37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react_message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emoji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93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pin_message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1937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conversation_id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449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delete_message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4498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for_all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705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edit_message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705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text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961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join_conversation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961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conversation_id, conversation_type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217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system_message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217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conversation_id, text 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📥 Server → Client Events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52044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657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new_message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Full message object with sender info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message_delivered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39136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conversation_id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169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message_read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169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reader_id, reader_avatar, read_at 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425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messages_read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4256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message_ids[], reader_id, read_at } (bulk)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681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message_edited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6817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new_content, edited_at 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937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message_deleted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deleted_for_all 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93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reaction_update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51937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reactions[] 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449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user_typing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4498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user_id, display_name, conversation_id 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705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presence_update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5705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user_id, status, last_seen 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5961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new_conversation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5961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Conversation or group object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6217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group_updated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6217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group_id, changes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8. One-to-One Chat — Complete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📨 Sending a Message (end-to-end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User A types</a:t>
            </a:r>
            <a:br/>
            <a: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React MessageInput</a:t>
            </a:r>
            <a:br/>
            <a:r>
              <a:t>component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45920" y="2011680"/>
            <a:ext cx="164592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socket.emit</a:t>
            </a:r>
            <a:br/>
            <a:r>
              <a:t>('send_message')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WebSocket event</a:t>
            </a:r>
            <a:br/>
            <a:r>
              <a:t>with content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0672" y="2011680"/>
            <a:ext cx="164592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55264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Server validates</a:t>
            </a:r>
            <a:br/>
            <a: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resolveConversation</a:t>
            </a:r>
            <a:br/>
            <a:r>
              <a:t>Access()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35424" y="2011680"/>
            <a:ext cx="164592" cy="1371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0016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Friend request</a:t>
            </a:r>
            <a:br/>
            <a:r>
              <a:t>gate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Pending request?</a:t>
            </a:r>
            <a:br/>
            <a:r>
              <a:t>Block reply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0176" y="2011680"/>
            <a:ext cx="164592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44768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Message saved</a:t>
            </a:r>
            <a:br/>
            <a:r>
              <a:t>to 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Message.create()</a:t>
            </a:r>
            <a:br/>
            <a:r>
              <a:t>with full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24928" y="2011680"/>
            <a:ext cx="164592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Check receiver</a:t>
            </a:r>
            <a:br/>
            <a:r>
              <a:t>online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fetchSockets()</a:t>
            </a:r>
            <a:br/>
            <a:r>
              <a:t>in user room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69680" y="2011680"/>
            <a:ext cx="164592" cy="13716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34272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Broadcast to</a:t>
            </a:r>
            <a:br/>
            <a:r>
              <a:t>conv 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socket.to(conv:id)</a:t>
            </a:r>
            <a:br/>
            <a:r>
              <a:t>.emit('new_message')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14432" y="2011680"/>
            <a:ext cx="164592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79024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52176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Callback to</a:t>
            </a:r>
            <a:br/>
            <a:r>
              <a:t>sender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{ success, message }</a:t>
            </a:r>
            <a:br/>
            <a:r>
              <a:t>with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✓✓ Delivery &amp; Read Receipt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65760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SENT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7947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Message saved to MongoDB. Sender sees single checkmark.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DELIVERED ✓✓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297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Receiver is online OR comes online later. delivered_to[] updated. Sender sees double gray checkmark.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READ  ✓✓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800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Receiver opens conversation → message_read event → read_receipts[] updated. Sender sees blue double checkmark with reader avatar.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💬 One-to-One Chat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52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Text, Image, Video, Audio, File, Sticker, 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0533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Reply (quote), Forward, Pin messages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254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Emoji Reactions (👍❤️😂😮😢😡)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556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Edit messages (within 24h, with history)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656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Delete: 'just for me' or 'for everyone'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852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Disappearing messages (1h / 24h / 7d)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0533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Typing indicator ('typing...')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2544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User Block / Unblock /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64556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Friend Request gate (accept before chat)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66568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Nicknames for contacts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9. Group Chat — Feature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🏗️ Group Creation &amp;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Create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Name, description,</a:t>
            </a:r>
            <a:br/>
            <a:r>
              <a:t>avatar, type</a:t>
            </a:r>
            <a:br/>
            <a:r>
              <a:t>(public/private/secret)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10312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Set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Max members (256),</a:t>
            </a:r>
            <a:br/>
            <a:r>
              <a:t>invite_only flag,</a:t>
            </a:r>
            <a:br/>
            <a:r>
              <a:t>unique_group_id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210312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Invite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Auto-generated unique</a:t>
            </a:r>
            <a:br/>
            <a:r>
              <a:t>invite link + QR code</a:t>
            </a:r>
            <a:br/>
            <a:r>
              <a:t>for sharing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10312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Add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Admin adds by user_id</a:t>
            </a:r>
            <a:br/>
            <a:r>
              <a:t>or members join via</a:t>
            </a:r>
            <a:br/>
            <a:r>
              <a:t>invite link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64040" y="210312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Assign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Owner → Admin →</a:t>
            </a:r>
            <a:br/>
            <a:r>
              <a:t>Moderator → Member</a:t>
            </a:r>
            <a:br/>
            <a:r>
              <a:t>(cascading permissions)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👥 Role-Based Permission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🔴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Change all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Appoint admins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Transfer ownership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All admin permissions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🟠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Add/remove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Appoint moderators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any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Mute members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Edit group info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🟡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messages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Mute members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Review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Pin messages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🟢 Member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Send messages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Share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 to messages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Leave 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💬 Group Message Flow: send_message → check membership → check muted status → Message.create() → broadcast to conv:{group_id} room → all online members receive via Socket.io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10. File &amp; Media Upload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0515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selects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Dropzone</a:t>
            </a:r>
            <a:br/>
            <a:r>
              <a:t>or file input</a:t>
            </a:r>
            <a:br/>
            <a:r>
              <a:t>(drag &amp; drop)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1828800"/>
            <a:ext cx="182880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10515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Client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Check file type,</a:t>
            </a:r>
            <a:br/>
            <a:r>
              <a:t>size limits</a:t>
            </a:r>
            <a:br/>
            <a:r>
              <a:t>(10-100MB)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1828800"/>
            <a:ext cx="182880" cy="1371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60520" y="10515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FormData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multipart/form-data</a:t>
            </a:r>
            <a:br/>
            <a:r>
              <a:t>to /messages/media</a:t>
            </a:r>
            <a:br/>
            <a:r>
              <a:t>via Axios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40" y="1828800"/>
            <a:ext cx="182880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6440" y="10515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Multer 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Parse multipart</a:t>
            </a:r>
            <a:br/>
            <a:r>
              <a:t>body, validate</a:t>
            </a:r>
            <a:br/>
            <a:r>
              <a:t>MIME type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66560" y="1828800"/>
            <a:ext cx="18288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52360" y="105156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Cloudinary 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cloudinary.uploader</a:t>
            </a:r>
            <a:br/>
            <a:r>
              <a:t>.upload() → returns</a:t>
            </a:r>
            <a:br/>
            <a:r>
              <a:t>URL + metadata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12480" y="1828800"/>
            <a:ext cx="182880" cy="13716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9536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98280" y="10515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Save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Message.create()</a:t>
            </a:r>
            <a:br/>
            <a:r>
              <a:t>with media_url,</a:t>
            </a:r>
            <a:br/>
            <a:r>
              <a:t>media_type, size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058400" y="1828800"/>
            <a:ext cx="182880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24128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44200" y="10515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Socket broadcast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Emit 'new_message'</a:t>
            </a:r>
            <a:br/>
            <a:r>
              <a:t>with media content</a:t>
            </a:r>
            <a:br/>
            <a:r>
              <a:t>to conv 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📁 Supported File Types &amp; Limits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📷 Images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10 MB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JPG, PNG, GIF, WEBP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auto-compress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324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🎬 Videos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100 MB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MP4, MOV, AVI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HLS streaming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1208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🎵 Audio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25 MB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MP3, OGG, WAV, M4A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5236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📄 Documents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50 MB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PDF, DOCX, XLSX, TXT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8408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🎙️ Voice Messages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5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OGG / WEBM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☁️ Cloudinary Integration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585216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Free tier: 25GB storage  •  Multer middleware handles multipart parsing  •  multer-storage-cloudinary SDK for direct upload  •  Returns secure_url for CDN access  •  Auto-generates thumbnails for images &amp; videos  •  Supports transformations (resize, crop, compress)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11. Message Lifecycle — Edit, Delete, Pin,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✏️ Edit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'edit_message' { message_id, text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checks: sender owns message? Within 24 hours?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Old content pushed to edit_history[]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content.text updated, is_edited = true, edited_at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5. 'message_edited' broadcast to conv room with new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⚠️ Messages older than 24h cannot be edited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🗑️ Delete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'delete_message' { message_id, for_all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If for_all AND sender is message owner: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568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→ deleted_for_all = true, is_deleted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579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If NOT for_all (delete for me only):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59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→ user_id added to deleted_for[]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'message_deleted' broadcast (for_all) or sent to self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📌 Pin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'pin_message' { message_id, conversation_id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toggles is_pinned (pin/unpin)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'message_pinned' broadcast to conv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UI shows pinned messages at top / in info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😊 Emoji Reactions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747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'react_message' { message_id, emoji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94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removes user's old reaction (if any)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Adds new { user_id, emoji, reacted_at } to reactions[]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51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'reaction_update' broadcast with full reactions array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⏱️ Disappearing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120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Sender sets expires_in when sending ('1h', '24h', '7d')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046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calculates expires_at = now + duration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058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MongoDB TTL index: messageSchema.index({ expires_at: 1 },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07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{ expireAfterSeconds: 0 })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1081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MongoDB automatically deletes when expires_at is reached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309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5. No cron job needed — database handles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↩️ Reply &amp; Forward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2120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3035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Reply: reply_to field → ObjectId ref to original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046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Populated with original message content + sender info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058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ReplyPreview component shows quoted message above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907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Forward: forwarded_from field → ObjectId ref to 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61081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Can forward to multiple conversations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309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Original sender info preserved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12. Notification &amp; Presence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🟢 Online Presence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Socket connects → joins user:{id} room → 'online' status broadcast to all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Disconnect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Socket disconnects → check remaining sockets for same user → if none, update last_seen in DB → broadcast 'offline'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Multi-tab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Multiple tabs share user room → offline only when ALL tabs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Users can set: online / away / busy / invisible → custom status message → visibility settings (everyone/contacts/nobody)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⌨️ Typing Indicators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starts typing → emit 'typing_start' { conversation_id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broadcasts 'user_typing' to conv room (except sender)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User stops typing → emit 'typing_stop' { conversation_id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Chat store tracks typingUsers per conversation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🔔 Unread Count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918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Zustand store: unreadCounts object { convId: number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Increment on new_message (if not active conversation)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Clear when user opens/selects the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📧 Email Notification System (Brevo API)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OTP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crypto.randomInt() → 6-digit code → stored in Redis (key: otp:{type}:{email}, TTL: 10 min) or in-memory Map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67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Email Sending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675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Brevo REST API (api.brevo.com/v3/smtp/email) → HTML template with gradient header, styled OTP code, expiry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97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OTP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7972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Compare submitted code with stored code → one-time use (deleted after verify) → handles Redis failure with memory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227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Use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Email verification on registration  •  Password reset  •  Resend OTP endpoint available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13. Frontend Architecture &amp; Component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🗺️ Routes (App.jsx)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              → LandingPage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/login          → LoginPage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/register       → RegisterPage (Public)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/forgot-password → ForgotPasswordPage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/app            → ChatLayout (Protected)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/*              → Redirect to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🌳 Component Tree (ChatLayout)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7132320" cy="50292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Sidebar (280px)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Sidebar.jsx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User profile 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Tab bar (Chats/Groups/Contacts)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Search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ConversationList.jsx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Conversation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GroupList.jsx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Group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ContactSearch.jsx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    └── User search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ChatWindow (flex)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ChatWindow.jsx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ChatHeader.jsx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User/group info,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Messages area (virtualized)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├── DateSeparator.jsx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├── MessageItem.jsx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├── Message bubble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├── ReactionPicker.jsx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└── Reply/Forward/Edit UIs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EmptyChatState.jsx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ReplyPreview.jsx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394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MessageInput.jsx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71499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    └── Emoji, attachments, send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InfoPanel (320px)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InfoPanel.jsx (43KB)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User/Group profile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Shared media gallery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Member list (groups)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Role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Nickname settings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Block/Report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Group settings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Leave/Delete options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914400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Modals: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394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NewChatModal.jsx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71499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UserSettingsModal.jsx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🗄️ State Management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393192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023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authStore.js (Zustand + persist)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user, tokens, isAuthenticated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480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login(), register(), logout()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4663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fetchMe(), updateUser()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846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Persisted to localStorage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166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chatStore.js (Zustand)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5440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activeConversation, conversations[]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623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groups[], messages{}, unreadCounts{}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806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typingUsers{}, presenceMap{}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989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replyTo, searchQuery, sidebarTab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Pinned conversations/groups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6355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Nickname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14. API Endpoint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🔐 Auth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/api/auth/register — Create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/api/auth/login — Login +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/api/auth/logout — Logout + blacklist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/api/auth/refresh — Rotate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/api/auth/forgot-password — OTP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/api/auth/reset-password — New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/api/auth/verify-email — Confirm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/api/auth/2fa/enable — Setup 2FA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/api/auth/2fa/verify — Confirm 2FA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/api/auth/resend-otp — Resend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👤 User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/api/users/me — My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/api/users/me — Update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65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/api/users/me/avatar — Upload avatar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/api/users/search?q= — Search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23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/api/users/:id — View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/api/users/:id/block — Block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/api/users/:id/block — Unblock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/api/users/:id/report — Report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💬 Conversation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3484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 — List 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754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 — Start new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/api/conversations/:id — Get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12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/api/conversations/:id — Delete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40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/api/conversations/:id/messages —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669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/api/conversations/:id/messages — Send msg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897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/api/conversations/:id/nickname — Set nick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126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/api/conversations/:id/accept-request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👥 Group 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3484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 — My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754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 — Create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83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/api/groups/:id — Group details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212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/api/groups/:id — Update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440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/api/groups/:id — Delete group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669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/api/groups/:id/members — Members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897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/api/groups/:id/members — Add member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6126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/api/groups/:id/members/:uid/role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6355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/api/groups/join/:invite — Join via link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6583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/api/groups/:id/leave — Leave group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15.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Zero-cost hosting stack — entirely free tier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🖥️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Vercel /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Static site, Vite build</a:t>
            </a:r>
            <a:br/>
            <a:r>
              <a:t>→ dist/ folder served</a:t>
            </a:r>
            <a:br/>
            <a:r>
              <a:t>SPA rewrite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Unlimited 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⚙️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Node.js web service</a:t>
            </a:r>
            <a:br/>
            <a:r>
              <a:t>Socket.io WebSocket</a:t>
            </a:r>
            <a:br/>
            <a:r>
              <a:t>Health check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750 hrs/month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6304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1554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🐘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Supabase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Users, Groups, Auth</a:t>
            </a:r>
            <a:br/>
            <a:r>
              <a:t>Prisma ORM migrations</a:t>
            </a:r>
            <a:br/>
            <a:r>
              <a:t>DB only (no Supabase auth)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500MB free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46304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554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🍃 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MongoDB 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Messages, Media metadata</a:t>
            </a:r>
            <a:br/>
            <a:r>
              <a:t>Full-text search index</a:t>
            </a:r>
            <a:br/>
            <a:r>
              <a:t>TTL auto-cleanup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512MB 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⚡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Upstash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OTP codes, Token blacklist</a:t>
            </a:r>
            <a:br/>
            <a:r>
              <a:t>Session cache</a:t>
            </a:r>
            <a:br/>
            <a:r>
              <a:t>In-memory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10K req/day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023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☁️ Cloudinary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389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CDN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709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Image, Video, Audio, Docs</a:t>
            </a:r>
            <a:br/>
            <a:r>
              <a:t>Auto-compress, thumbnails</a:t>
            </a:r>
            <a:br/>
            <a:r>
              <a:t>HLS video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25GB free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02336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📧 Email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4389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Segoe UI"/>
              </a:defRPr>
            </a:pPr>
            <a:r>
              <a:t>Brevo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4709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Transactional OTP emails</a:t>
            </a:r>
            <a:br/>
            <a:r>
              <a:t>HTML email templates</a:t>
            </a:r>
            <a:br/>
            <a:r>
              <a:t>REST API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799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Free: 300 emails/day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🐳 Docker Support: docker-compose.yml provided — Backend (port 5000) + Frontend (port 80/Nginx) — render.yaml for one-click Render.com deploy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16. Project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⚙️ Backend (backend/src/)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server.js                  — Entry point (HTTP + Socket.io)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409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app.js                     — Express app (middleware +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7942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191475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config/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008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env.js               — Environment variable 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database.js           — PostgreSQL + MongoDB +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2074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cloudinary.js         — Cloudinary SDK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607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259140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controllers/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267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auth.controller.js    — Register, Login, 2FA,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6207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user.controller.js    — Profile, Search, Block,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9740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conversation.controller.js — Direct chat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3273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message.controller.js — Message edit, delete,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6806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group.controller.js   — Group CRUD, members,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033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4400" y="35387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routes/   (5 route files mirror controllers)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7405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14400" y="380939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middleware/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4472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auth.js               — JWT verification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800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rateLimiter.js         — Rate limiting (100 req/min)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1538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upload.js              — Multer + Cloudinary 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507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validate.js            — express-validator wrapper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604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errorHandler.js        — Global error handler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2137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4400" y="475670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services/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token.service.js       — JWT generate/verify/blacklist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2737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otp.service.js         — OTP generate/store/verify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270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email.service.js       — Brevo email sending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803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cloudinary.service.js  — File upload helper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3336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14400" y="55686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socket/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040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index.js               — Socket.io init + auth + rooms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3935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chatHandler.js         — Message events (send/edit/del)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7468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presenceHandler.js     — Online status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11002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groupHandler.js        — Group-specific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2453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914400" y="638068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models/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51601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Message.js             — MongoDB message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65134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ConversationVisibility.js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78667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14400" y="692200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utils/   (ApiError, ApiResponse, helpers)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🖥️ Frontend (frontend/src/)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4630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150876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main.jsx                   — React app entry 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164409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App.jsx                    — Router + Protected/Public routes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177942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index.css                  — Global styles (TailwindCSS)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191475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583680" y="205008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pages/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21854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LandingPage.jsx       — Public landing 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232074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ChatLayout.jsx        — Main chat 3-column layout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45607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auth/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59140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LoginPage.jsx     — Login form + 2FA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27267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RegisterPage.jsx  — Registration + OTP verify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86207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└── ForgotPasswordPage.jsx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299740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6583680" y="313273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components/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326806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sidebar/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34033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Sidebar.jsx       — Tab bar + search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35387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ConversationList.jsx — Chat list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67405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GroupList.jsx      — Group list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380939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ContactSearch.jsx  — User search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394472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chat/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40800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ChatWindow.jsx     — Message viewport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21538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ChatHeader.jsx     — Chat top bar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3507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MessageItem.jsx    — Message bubble (24KB)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8604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MessageInput.jsx   — Input bar (18KB)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62137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ReplyPreview.jsx   — Reply quote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475670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ReactionPicker.jsx — Emoji picker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48920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DateSeparator.jsx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02737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EmptyChatState.jsx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16270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infopanel/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29803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InfoPanel.jsx      — Details panel (43KB)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543336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modals/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55686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NewChatModal.jsx   — New chat/group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7040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└── UserSettingsModal.jsx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583935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6583680" y="597468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store/   (authStore, chatStore)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611002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hooks/   (useSeo, useSocketEvents)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62453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lib/     (api, apiServices, socket)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5"/>
                </a:solidFill>
                <a:latin typeface="Segoe UI"/>
              </a:defRPr>
            </a:pPr>
            <a:r>
              <a:t>💬 tong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A production-grade, real-time messaging platform with a comprehensive feature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Backend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747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Route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747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Socket Handlers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4747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C489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PostgreSQL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846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Socket.io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846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REST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84632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Phase 1: Complete Messaging System  •  React.js + Node.js + Socket.io  •  PostgreSQL + MongoDB + Redis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